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phishing</c:v>
                </c:pt>
                <c:pt idx="1">
                  <c:v>bec</c:v>
                </c:pt>
                <c:pt idx="2">
                  <c:v>clean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0.9412</c:v>
                </c:pt>
                <c:pt idx="2">
                  <c:v>0.9333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live dashboard: paste the phishing sample, show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in 30 seconds: filters block known-bad; we investigate unknown-bad.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as 5 boxes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Why-breakdown tab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0.9583, macro F1 0.9582. One error: a clean mail scored as 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live demo, not on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AI-Powered Email Threat Detection,
GeoLocation &amp; Forensic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Beyond signatures: NLP + header forensics + geotracing + graph correlation  |  20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Email = top attack vector: phishing, BEC, impersonation, credential theft</a:t>
            </a:r>
          </a:p>
          <a:p>
            <a:pPr/>
            <a:r>
              <a:rPr sz="2000"/>
              <a:t>•  AI text, lookalike domains, spoofed senders, relay chains beat static filters</a:t>
            </a:r>
          </a:p>
          <a:p>
            <a:pPr/>
            <a:r>
              <a:rPr sz="2000"/>
              <a:t>•  No origin tracing, no campaign links, no explainability, no court-ready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Our Solution – 6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Detection engine: NLP cues + ML classifier (phishing / bec / clean)</a:t>
            </a:r>
          </a:p>
          <a:p>
            <a:pPr/>
            <a:r>
              <a:rPr sz="2000"/>
              <a:t>•  Header forensics: Received chains + SPF / DKIM / DMARC + anomaly flags</a:t>
            </a:r>
          </a:p>
          <a:p>
            <a:pPr/>
            <a:r>
              <a:rPr sz="2000"/>
              <a:t>•  Traceability: origin IP → geo + ISP/ASN + VPN-Tor + WHOIS/DNS</a:t>
            </a:r>
          </a:p>
          <a:p>
            <a:pPr/>
            <a:r>
              <a:rPr sz="2000"/>
              <a:t>•  Correlation: Neo4j graph → campaigns with confidence</a:t>
            </a:r>
          </a:p>
          <a:p>
            <a:pPr/>
            <a:r>
              <a:rPr sz="2000"/>
              <a:t>•  Workbench: SOC dashboard, cases, signed PDF/JSON reports</a:t>
            </a:r>
          </a:p>
          <a:p>
            <a:pPr/>
            <a:r>
              <a:rPr sz="2000"/>
              <a:t>•  Compliance: masking, 7/90-day retention, chain-of-custody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Ingest: API · .eml upload · Gmail OAuth · MS Graph · SMTP relay</a:t>
            </a:r>
          </a:p>
          <a:p>
            <a:pPr/>
            <a:r>
              <a:rPr sz="2000"/>
              <a:t>•  Enrich in parallel: forensics · NLP · intel · geo (any stage may fail safely)</a:t>
            </a:r>
          </a:p>
          <a:p>
            <a:pPr/>
            <a:r>
              <a:rPr sz="2000"/>
              <a:t>•  Score: weighted ensemble → 0–100 + Why-breakdown</a:t>
            </a:r>
          </a:p>
          <a:p>
            <a:pPr/>
            <a:r>
              <a:rPr sz="2000"/>
              <a:t>•  Act: Quarantine / JunkOrHold / Banner / Deliver + Slack/PagerDuty</a:t>
            </a:r>
          </a:p>
          <a:p>
            <a:pPr/>
            <a:r>
              <a:rPr sz="2000"/>
              <a:t>•  Store &amp; review: SQL + Elastic + Neo4j → dashboard, cases,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Detection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35+ cue families: urgency, impersonation, BEC payment language, credential harvest</a:t>
            </a:r>
          </a:p>
          <a:p>
            <a:pPr/>
            <a:r>
              <a:rPr sz="2000"/>
              <a:t>•  TF-IDF + LogisticRegression, balanced, globally cached</a:t>
            </a:r>
          </a:p>
          <a:p>
            <a:pPr/>
            <a:r>
              <a:rPr sz="2000"/>
              <a:t>•  URLs: defang + URLhaus + VirusTotal; attachments: macros, double-ext, magic bytes</a:t>
            </a:r>
          </a:p>
          <a:p>
            <a:pPr/>
            <a:r>
              <a:rPr sz="2000"/>
              <a:t>•  Auth: SPF/DKIM/DMARC; routing: missing chain, single hop, path mismatches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Explainable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NLP 0.30  ·  Auth 0.25  ·  Intel 0.20  ·  Routing 0.15  ·  Attachment 0.10  (sum = 1.0)</a:t>
            </a:r>
          </a:p>
          <a:p>
            <a:pPr/>
            <a:r>
              <a:rPr sz="2000"/>
              <a:t>•  Bands: ≥90 Quarantine · ≥75 Junk/Hold · ≥50 Banner · else Deliver</a:t>
            </a:r>
          </a:p>
          <a:p>
            <a:pPr/>
            <a:r>
              <a:rPr sz="2000"/>
              <a:t>•  +30 for young domain + payment lures; C-level + failed auth → auto-High</a:t>
            </a:r>
          </a:p>
          <a:p>
            <a:pPr/>
            <a:r>
              <a:rPr sz="2000"/>
              <a:t>•  Every score provably equals the sum of its signals (rehearsal asserts 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Model Performance (held-out, n=24)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phishing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46304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Traceability &amp; 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Origin IP from relay path → country/city/ISP/ASN map + VPN-Tor flags</a:t>
            </a:r>
          </a:p>
          <a:p>
            <a:pPr/>
            <a:r>
              <a:rPr sz="2000"/>
              <a:t>•  WHOIS age, MX/DNS, punycode &amp; suspicious-TLD signals</a:t>
            </a:r>
          </a:p>
          <a:p>
            <a:pPr/>
            <a:r>
              <a:rPr sz="2000"/>
              <a:t>•  Graph links sender → IP → domain → campaign; cards show confidence &amp; first/last seen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Analyst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Dashboard: ingest box, Gmail live import, sortable scored inbox</a:t>
            </a:r>
          </a:p>
          <a:p>
            <a:pPr/>
            <a:r>
              <a:rPr sz="2000"/>
              <a:t>•  Email view: Summary, Why-score chart, headers, geo map, entity graph</a:t>
            </a:r>
          </a:p>
          <a:p>
            <a:pPr/>
            <a:r>
              <a:rPr sz="2000"/>
              <a:t>•  Campaigns, Cases (kanban-ready), Mailboxes, Model Info with confusion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API &amp;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JWT auth + RBAC (Admin/Analyst/ReadOnly); OpenAPI at /docs</a:t>
            </a:r>
          </a:p>
          <a:p>
            <a:pPr/>
            <a:r>
              <a:rPr sz="2000"/>
              <a:t>•  Ingest: /emails/ingest, /emails/upload · read: /emails/{id}, /dashboard, /search</a:t>
            </a:r>
          </a:p>
          <a:p>
            <a:pPr/>
            <a:r>
              <a:rPr sz="2000"/>
              <a:t>•  Mail: /gmail/* (OAuth demo), /oauth/* (org connectors + sync-now), SMTP relay</a:t>
            </a:r>
          </a:p>
          <a:p>
            <a:pPr/>
            <a:r>
              <a:rPr sz="2000"/>
              <a:t>•  Out: signed PDF/JSON reports, Slack + PagerDuty alerts, MISP/VT/URLhaus 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bcrypt passwords, rotating JWT, Fernet-encrypted mailbox tokens</a:t>
            </a:r>
          </a:p>
          <a:p>
            <a:pPr/>
            <a:r>
              <a:rPr sz="2000"/>
              <a:t>•  CORS allow-list, custody-key startup gate, zero committed secrets</a:t>
            </a:r>
          </a:p>
          <a:p>
            <a:pPr/>
            <a:r>
              <a:rPr sz="2000"/>
              <a:t>•  PII masking by default, 7/90-day retention + audit log, HMAC custody manifests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Local: venv + SQLite + :8000/:5173 (today's demo)</a:t>
            </a:r>
          </a:p>
          <a:p>
            <a:pPr/>
            <a:r>
              <a:rPr sz="2000"/>
              <a:t>•  Full: docker compose (Postgres, Neo4j, Elastic, Kafka) · k8s manifests ready</a:t>
            </a:r>
          </a:p>
          <a:p>
            <a:pPr/>
            <a:r>
              <a:rPr sz="2000"/>
              <a:t>•  Split: Vercel frontend + Render backend; OAuth URI becomes https://&lt;app&gt;.vercel.app/</a:t>
            </a:r>
          </a:p>
          <a:p>
            <a:pPr/>
            <a:r>
              <a:rPr sz="2000"/>
              <a:t>•  Gates: 64+ pytest, Vitest, ruff, ESLint, audits, live rehearsal script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Status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 Done: all 7 tracker phases — ingestion → forensics → ML → graph → UI → QA · hardening fixes F1–F12</a:t>
            </a:r>
          </a:p>
          <a:p>
            <a:pPr/>
            <a:r>
              <a:rPr sz="2000"/>
              <a:t>•  Next: bigger BEC corpora + drift watch, per-stage timeouts + background sync jobs</a:t>
            </a:r>
          </a:p>
          <a:p>
            <a:pPr/>
            <a:r>
              <a:rPr sz="2000"/>
              <a:t>•  Then: transformer rerank, sandboxing, SIEM/SOAR + ticketing integrations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Thank You —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Paste the phishing sample · sync Gmail · open the Why-breakdown · export the signed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